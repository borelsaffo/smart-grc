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Projet Smart GRC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Analyse, automatisation, IA et gouvernance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Analyse et cartographie GRC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Identifier les tâches automatisables</a:t>
            </a:r>
          </a:p>
          <a:p>
            <a:pPr/>
            <a:r>
              <a:t>Interviews, collecte de procédures</a:t>
            </a:r>
          </a:p>
          <a:p>
            <a:pPr/>
            <a:r>
              <a:t>Modélisation BPMN</a:t>
            </a:r>
          </a:p>
          <a:p>
            <a:pPr/>
            <a:r>
              <a:t>Identification des irritants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Automatisation des preuves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Scripts Python/PowerShell</a:t>
            </a:r>
          </a:p>
          <a:p>
            <a:pPr/>
            <a:r>
              <a:t>Connecteurs API (Jira, ServiceNow, Azure...)</a:t>
            </a:r>
          </a:p>
          <a:p>
            <a:pPr/>
            <a:r>
              <a:t>RPA pour outils sans API</a:t>
            </a:r>
          </a:p>
          <a:p>
            <a:pPr/>
            <a:r>
              <a:t>IA documentaire (OCR + NLP)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Évaluation automatisée des contrôles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Tests automatisés</a:t>
            </a:r>
          </a:p>
          <a:p>
            <a:pPr/>
            <a:r>
              <a:t>Analyse de logs</a:t>
            </a:r>
          </a:p>
          <a:p>
            <a:pPr/>
            <a:r>
              <a:t>Détection d'anomalies par IA</a:t>
            </a:r>
          </a:p>
          <a:p>
            <a:pPr/>
            <a:r>
              <a:t>Scoring automatique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Cartographie dynamique des risques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Connexion aux sources de données</a:t>
            </a:r>
          </a:p>
          <a:p>
            <a:pPr/>
            <a:r>
              <a:t>Scoring dynamique</a:t>
            </a:r>
          </a:p>
          <a:p>
            <a:pPr/>
            <a:r>
              <a:t>Détection automatique de risques</a:t>
            </a:r>
          </a:p>
          <a:p>
            <a:pPr/>
            <a:r>
              <a:t>Mise à jour automatique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Dashboards automatisés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Power BI, Grafana, Kibana</a:t>
            </a:r>
          </a:p>
          <a:p>
            <a:pPr/>
            <a:r>
              <a:t>Indicateurs : risques, conformité, contrôles</a:t>
            </a:r>
          </a:p>
          <a:p>
            <a:pPr/>
            <a:r>
              <a:t>Mises à jour en temps réel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Veille automatisée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Veille réglementaire, technique, CVE</a:t>
            </a:r>
          </a:p>
          <a:p>
            <a:pPr/>
            <a:r>
              <a:t>Scraping / APIs</a:t>
            </a:r>
          </a:p>
          <a:p>
            <a:pPr/>
            <a:r>
              <a:t>IA sémantique : résumé, priorisation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Pilotage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Planification et suivi</a:t>
            </a:r>
          </a:p>
          <a:p>
            <a:pPr/>
            <a:r>
              <a:t>Reporting</a:t>
            </a:r>
          </a:p>
          <a:p>
            <a:pPr/>
            <a:r>
              <a:t>Conduite du changement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Capitalisation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Documentation</a:t>
            </a:r>
          </a:p>
          <a:p>
            <a:pPr/>
            <a:r>
              <a:t>Modèles réutilisables</a:t>
            </a:r>
          </a:p>
          <a:p>
            <a:pPr/>
            <a:r>
              <a:t>Retour d'expérience</a:t>
            </a:r>
          </a:p>
          <a:p>
            <a:pPr/>
            <a:r>
              <a:t>Amélioration de l'offre Smart GRC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